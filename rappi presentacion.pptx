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1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Dashboard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Availability · Rappi Engineering · 2026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0" y="3154680"/>
            <a:ext cx="1828800" cy="36576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1463040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0" y="3383280"/>
            <a:ext cx="1463040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228600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Semántico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0" y="3383280"/>
            <a:ext cx="1463040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84048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/ LLaMA 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0" y="3383280"/>
            <a:ext cx="1463040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39496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49440" y="3383280"/>
            <a:ext cx="1463040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94944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— Desarrollado con herramientas de AI</a:t>
            </a:r>
            <a:endParaRPr lang="en-US" sz="10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7665838-ED97-C612-E3E9-260466F9A87C}"/>
              </a:ext>
            </a:extLst>
          </p:cNvPr>
          <p:cNvSpPr/>
          <p:nvPr/>
        </p:nvSpPr>
        <p:spPr>
          <a:xfrm>
            <a:off x="457200" y="40370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SANTIAGO CAICEDO DIAZ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construyó?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en un solo archivo HTML — sin frameworks, sin 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73152" cy="3749040"/>
          </a:xfrm>
          <a:prstGeom prst="rect">
            <a:avLst/>
          </a:prstGeom>
          <a:solidFill>
            <a:srgbClr val="1DF28A"/>
          </a:solidFill>
          <a:ln w="12700">
            <a:solidFill>
              <a:srgbClr val="1DF2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34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Visualización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75564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CSVs con drag &amp; drop (multi-archivo)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clave: promedio, máximo, mínimo, tendencia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 (línea temporal, doughnut, barras por hora)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archivo, fecha y columna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023360" cy="374904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73152" cy="374904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234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Semántico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175564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en el panel lateral del dashboard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OpenRouter API (modelo LLaMA 3-8B)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dinámico construido desde los datos cargados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local inteligente si la API falla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14300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multi-archivo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28216" y="1664208"/>
            <a:ext cx="128016" cy="3657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1892808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114300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92808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892808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arrays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18104" y="1664208"/>
            <a:ext cx="128016" cy="3657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3282696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114300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2696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282696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archivo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07992" y="1664208"/>
            <a:ext cx="128016" cy="3657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4672584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1143000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72584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672584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gráficos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897880" y="1664208"/>
            <a:ext cx="128016" cy="3657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6062472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1143000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62472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Context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062472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buildContext()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7287768" y="1664208"/>
            <a:ext cx="128016" cy="3657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2"/>
          <p:cNvSpPr/>
          <p:nvPr/>
        </p:nvSpPr>
        <p:spPr>
          <a:xfrm>
            <a:off x="7452360" y="1005840"/>
            <a:ext cx="1188720" cy="141732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1143000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452360" y="1956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3-8B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en el browser — sin servidor, sin base de datos, sin deploy requerido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65760" y="3364992"/>
            <a:ext cx="1627632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28"/>
          <p:cNvSpPr/>
          <p:nvPr/>
        </p:nvSpPr>
        <p:spPr>
          <a:xfrm>
            <a:off x="365760" y="33649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2084832" y="3364992"/>
            <a:ext cx="1627632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1DF2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0"/>
          <p:cNvSpPr/>
          <p:nvPr/>
        </p:nvSpPr>
        <p:spPr>
          <a:xfrm>
            <a:off x="2084832" y="33649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F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3803904" y="3364992"/>
            <a:ext cx="1627632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2"/>
          <p:cNvSpPr/>
          <p:nvPr/>
        </p:nvSpPr>
        <p:spPr>
          <a:xfrm>
            <a:off x="3803904" y="33649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 5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522976" y="3364992"/>
            <a:ext cx="1627632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4"/>
          <p:cNvSpPr/>
          <p:nvPr/>
        </p:nvSpPr>
        <p:spPr>
          <a:xfrm>
            <a:off x="5522976" y="33649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7242048" y="3364992"/>
            <a:ext cx="1627632" cy="347472"/>
          </a:xfrm>
          <a:prstGeom prst="rect">
            <a:avLst/>
          </a:prstGeom>
          <a:solidFill>
            <a:srgbClr val="141720"/>
          </a:solidFill>
          <a:ln w="9525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36"/>
          <p:cNvSpPr/>
          <p:nvPr/>
        </p:nvSpPr>
        <p:spPr>
          <a:xfrm>
            <a:off x="7242048" y="33649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8B Instruct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38"/>
          <p:cNvSpPr/>
          <p:nvPr/>
        </p:nvSpPr>
        <p:spPr>
          <a:xfrm>
            <a:off x="640080" y="39502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diseño: ¿Por qué OpenRouter + LLaMA 3 y no la API directa de OpenAI?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40080" y="424281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permite acceder a múltiples modelos con una sola API key. LLaMA 3-8B es open-source, económico y suficientemente capaz para Q&amp;A sobre datos estructurados. El sistema permite cambiar de modelo sin tocar la lógica.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— Cómo funciona realmente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47472" cy="347472"/>
          </a:xfrm>
          <a:prstGeom prst="ellipse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1170432"/>
            <a:ext cx="36576" cy="44805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04672" y="822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escribe pregunta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078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input se captura y se agrega al historial de conversación (últimos 10 mensajes)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347472" cy="347472"/>
          </a:xfrm>
          <a:prstGeom prst="ellipse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" y="1618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65960"/>
            <a:ext cx="36576" cy="44805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04672" y="16184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buildContext() genera el system prompt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avg, max, min, distribución por hora/día desde los datos cargados en memoria y lo serializa como texto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347472" cy="347472"/>
          </a:xfrm>
          <a:prstGeom prst="ellipse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0040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2761488"/>
            <a:ext cx="36576" cy="44805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04672" y="24140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local primero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6700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pregunta matchea un patrón conocido (caídas, picos, promedio), responde localmente SIN llamar a la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09544"/>
            <a:ext cx="347472" cy="347472"/>
          </a:xfrm>
          <a:prstGeom prst="ellipse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2004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" y="3557016"/>
            <a:ext cx="36576" cy="448056"/>
          </a:xfrm>
          <a:prstGeom prst="rect">
            <a:avLst/>
          </a:prstGeom>
          <a:solidFill>
            <a:srgbClr val="3D4257"/>
          </a:solidFill>
          <a:ln w="12700">
            <a:solidFill>
              <a:srgbClr val="3D4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04672" y="32095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a OpenRouter 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34655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openrouter.ai con el contexto + historial. Modelo: meta-llama/llama-3-8b-instruct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347472" cy="347472"/>
          </a:xfrm>
          <a:prstGeom prst="ellipse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2004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0050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+ fallback final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42611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API falla o devuelve respuesta vacía, hay un segundo fallback con mensaje informativo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804672"/>
            <a:ext cx="3108960" cy="4041648"/>
          </a:xfrm>
          <a:prstGeom prst="rect">
            <a:avLst/>
          </a:prstGeom>
          <a:solidFill>
            <a:srgbClr val="0A0C10"/>
          </a:solidFill>
          <a:ln w="12700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897880" y="8778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buildContext() — extracto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52160" y="1188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avg = vals.reduce(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(a,b)=&gt;a+b,0)/vals.length;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Stats por hora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byHour = {};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p of series)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 = p.ts.getHours();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byHour[h] = byHour[h]||[];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byHour[h].push(p.value);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prompt dinámico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`Eres analista Rappi.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Período: ${first} → ${last}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Avg: ${fmt(avg)} tiendas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Max: ${fmt(max)} tiendas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DF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...distribución por hora`;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usó AI para construir esto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copiar/pegar — uso estratégico en cada fase del desarrollo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9144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6400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07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115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y diseño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96112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Usé Claude para analizar el CSV, entender los campos disponibles y proponer qué métricas mostrar antes de escribir una sola línea de código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103120"/>
            <a:ext cx="4160520" cy="9144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64008" cy="914400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591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167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96112" y="24231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de Chart.js, la lógica de PapaParse y el sistema de filtros fueron generados con prompts específicos, luego revisados y ajustados manualmente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154680"/>
            <a:ext cx="4160520" cy="9144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320040" y="3154680"/>
            <a:ext cx="6400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4107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chatbot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96112" y="34747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Diseñé el buildContext() con ayuda de AI: le pedí que me dijera qué estadísticas serían más útiles para responder preguntas sobre disponibilidad de tiendas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1051560"/>
            <a:ext cx="4160520" cy="9144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4754880" y="1051560"/>
            <a:ext cx="64008" cy="91440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30759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30952" y="1115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y refinamiento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330952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fallback local respondía incorrectamente, usé AI para revisar los regex y ajustar los patrones de matching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54880" y="2103120"/>
            <a:ext cx="4160520" cy="9144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0"/>
          <p:cNvSpPr/>
          <p:nvPr/>
        </p:nvSpPr>
        <p:spPr>
          <a:xfrm>
            <a:off x="4754880" y="2103120"/>
            <a:ext cx="64008" cy="91440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35915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30952" y="2167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trade-offs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330952" y="24231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pregunté a AI las ventajas de OpenRouter vs API directa y por qué LLaMA 3-8B era suficiente para este caso de uso específico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0D0F14"/>
          </a:solidFill>
          <a:ln w="9525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4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clave: AI fue más útil como pair programmer y architect que como generador ciego de código. Cada output fue revisado, entendido y ajustado.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cubre cada criterio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777240" cy="685800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8778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efectivo de AI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9875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86200" y="9326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 contexto dinámico real · fallback inteligente · AI usada en todas las fases de desarrollo, no solo generación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636776"/>
            <a:ext cx="8503920" cy="6858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20040" y="1636776"/>
            <a:ext cx="777240" cy="685800"/>
          </a:xfrm>
          <a:prstGeom prst="rect">
            <a:avLst/>
          </a:prstGeom>
          <a:solidFill>
            <a:srgbClr val="1DF28A"/>
          </a:solidFill>
          <a:ln w="12700">
            <a:solidFill>
              <a:srgbClr val="1DF2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20040" y="1636776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8013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7465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funcional con 4+ gráficos · métricas en tiempo real · chatbot responde preguntas sobre los datos cargados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450592"/>
            <a:ext cx="8503920" cy="6858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320040" y="2450592"/>
            <a:ext cx="777240" cy="68580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320040" y="245059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88720" y="2505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&amp; UX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61518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86200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oscuro propio · animaciones · drag &amp; drop · sugerencias de preguntas · responsive layout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264408"/>
            <a:ext cx="8503920" cy="6858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320040" y="3264408"/>
            <a:ext cx="77724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19"/>
          <p:cNvSpPr/>
          <p:nvPr/>
        </p:nvSpPr>
        <p:spPr>
          <a:xfrm>
            <a:off x="320040" y="326440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188720" y="3319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código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42900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86200" y="33741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HTML bien estructurado · funciones separadas · manejo de errores · fallbacks por capas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4078224"/>
            <a:ext cx="8503920" cy="685800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320040" y="4078224"/>
            <a:ext cx="777240" cy="685800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4"/>
          <p:cNvSpPr/>
          <p:nvPr/>
        </p:nvSpPr>
        <p:spPr>
          <a:xfrm>
            <a:off x="320040" y="407822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18872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4242816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6200" y="41879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explica qué se hizo, por qué, qué herramientas se usaron y qué decisiones se tomaron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poder explicar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 para defender tu solución ante el VP Tech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system prompt?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instrucción que se pasa al LLM antes de la conversación. Aquí le dices 'eres un analista de Rappi' y le entregas todos los datos calculados. El modelo usa ese contexto para responder.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92040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guardar la API key en código?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key da acceso a recursos de pago. Guardarla en código fuente público es un riesgo de seguridad. En esta app se pide al usuario por input y se guarda solo en memoria del browser (no en localStorage).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PapaParse?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librería JS que parsea archivos CSV en el browser. Convierte el texto del CSV en un array de objetos JS que luego se puede filtrar, agrupar y graficar sin necesidad de un servidor.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Chart.js y por qué se eligió?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gráficos open-source para browser. Se eligió por ser madura, bien documentada, fácil de customizar con el design system oscuro de Rappi, y no requiere build tools.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fallback local en el chatbot?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llamadas innecesarias a la API (costo), responder más rápido en preguntas predecibles, y garantizar que la app funcione aunque la API falle o el usuario no tenga key.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160520" cy="11704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160520" cy="54864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92040" y="3794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OpenRouter?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408736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proxy/router de APIs de LLMs. Con una sola key accedes a modelos de Meta, Mistral, Google, Anthropic, etc. Facilita cambiar de modelo sin cambiar código.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te pueden hacer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responderlas con seguridad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¿Por qué no usaste React o un framework?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El objetivo era demostrar que entiendo las herramientas, no que sé configurar boilerplate. Vanilla JS con librerías específicas es más transparente y funciona sin build tools. Para producción, React + TypeScript sería la elección.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7132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¿Cómo escalarías esto a producción?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Backend con FastAPI o Node.js para procesar CSVs grandes. Base de datos (PostgreSQL/TimescaleDB) para series temporales. El chatbot pasaría a tener RAG con embeddings del historial real de datos.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8503920" cy="7132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¿El chatbot entiende los datos o solo repite?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626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Depende de la pregunta. buildContext() le da estadísticas pre-calculadas reales (no el CSV crudo). Para preguntas complejas el modelo razona sobre esos números. Para preguntas simples el fallback local responde directamente.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503920" cy="7132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529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¿Qué limitaciones tiene la solución actual?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Todo corre en el browser: memoria limitada para CSVs muy grandes, sin persistencia entre sesiones, el contexto del chatbot no incluye todos los datos sino estadísticas agregadas. Estas son trade-offs conocidos y asumidos.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8503920" cy="713232"/>
          </a:xfrm>
          <a:prstGeom prst="rect">
            <a:avLst/>
          </a:prstGeom>
          <a:solidFill>
            <a:srgbClr val="141720"/>
          </a:solidFill>
          <a:ln w="9525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0040" y="4297680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43525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¿Qué cambiarías si tuvieras más tiempo?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085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RAG real con embeddings, autenticación de API key en el servidor, streaming de respuestas del chatbot, alertas automáticas de anomalías (caídas por debajo del threshold), y exportación de insights como PDF.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¡Mucho éxito! 🍀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importa no es solo lo que entregaste,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que puedas explicar cada decisión que tomaste.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FF441A"/>
          </a:solidFill>
          <a:ln w="12700">
            <a:solidFill>
              <a:srgbClr val="FF44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1374</Words>
  <Application>Microsoft Office PowerPoint</Application>
  <PresentationFormat>Presentación en pantalla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Rappi AI Dashboard — Presentación Técnica</dc:title>
  <dc:subject>PptxGenJS Presentation</dc:subject>
  <dc:creator>PptxGenJS</dc:creator>
  <cp:lastModifiedBy>Santiago  Caicedo Diaz</cp:lastModifiedBy>
  <cp:revision>2</cp:revision>
  <dcterms:created xsi:type="dcterms:W3CDTF">2026-04-21T21:14:06Z</dcterms:created>
  <dcterms:modified xsi:type="dcterms:W3CDTF">2026-04-22T03:30:19Z</dcterms:modified>
</cp:coreProperties>
</file>